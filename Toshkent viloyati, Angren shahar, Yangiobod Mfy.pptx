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2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091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98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48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62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104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3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85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06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32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034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80E95-3BD1-42A4-AFF9-D2B87BB4F26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F97B3-A474-43FF-8DA7-0D1C4C21AB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93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14470" y="-748296"/>
            <a:ext cx="4363059" cy="83545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76382" y="645952"/>
            <a:ext cx="4771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Toshkent </a:t>
            </a:r>
            <a:r>
              <a:rPr lang="en-US" dirty="0" err="1" smtClean="0"/>
              <a:t>viloyati</a:t>
            </a:r>
            <a:r>
              <a:rPr lang="en-US" dirty="0" smtClean="0"/>
              <a:t>, </a:t>
            </a:r>
            <a:r>
              <a:rPr lang="en-US" dirty="0" err="1" smtClean="0"/>
              <a:t>Angren</a:t>
            </a:r>
            <a:r>
              <a:rPr lang="en-US" dirty="0" smtClean="0"/>
              <a:t> </a:t>
            </a:r>
            <a:r>
              <a:rPr lang="en-US" dirty="0" err="1" smtClean="0"/>
              <a:t>Shahar</a:t>
            </a:r>
            <a:r>
              <a:rPr lang="en-US" dirty="0" smtClean="0"/>
              <a:t>, </a:t>
            </a:r>
            <a:r>
              <a:rPr lang="en-US" dirty="0" err="1" smtClean="0"/>
              <a:t>Yangiobod</a:t>
            </a:r>
            <a:r>
              <a:rPr lang="en-US" dirty="0" smtClean="0"/>
              <a:t> MFY</a:t>
            </a: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416029" y="4639112"/>
            <a:ext cx="1787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1207</a:t>
            </a:r>
            <a:r>
              <a:rPr lang="en-US" dirty="0" smtClean="0"/>
              <a:t> </a:t>
            </a:r>
            <a:r>
              <a:rPr lang="en-US" dirty="0" err="1" smtClean="0"/>
              <a:t>xonadon</a:t>
            </a:r>
            <a:endParaRPr lang="en-US" dirty="0" smtClean="0"/>
          </a:p>
          <a:p>
            <a:r>
              <a:rPr lang="en-US" dirty="0" smtClean="0"/>
              <a:t>2045 respondent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96251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1671392"/>
            <a:ext cx="11002911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432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</Words>
  <Application>Microsoft Office PowerPoint</Application>
  <PresentationFormat>Широкоэкранный</PresentationFormat>
  <Paragraphs>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Холдаров А. M.</dc:creator>
  <cp:lastModifiedBy>Холдаров А. M.</cp:lastModifiedBy>
  <cp:revision>2</cp:revision>
  <dcterms:created xsi:type="dcterms:W3CDTF">2025-12-04T06:22:50Z</dcterms:created>
  <dcterms:modified xsi:type="dcterms:W3CDTF">2025-12-04T06:26:48Z</dcterms:modified>
</cp:coreProperties>
</file>