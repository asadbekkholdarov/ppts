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1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13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43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15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74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08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57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58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1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8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18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EEC73-524B-4F71-BA90-17332C2F83F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74CE-405C-4BF1-A1AA-FF4EA2F735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97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52458"/>
            <a:ext cx="9144000" cy="60058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Toshkent </a:t>
            </a:r>
            <a:r>
              <a:rPr lang="en-US" sz="2800" dirty="0" err="1" smtClean="0"/>
              <a:t>viloyati</a:t>
            </a:r>
            <a:r>
              <a:rPr lang="en-US" sz="2800" dirty="0" smtClean="0"/>
              <a:t>, </a:t>
            </a:r>
            <a:r>
              <a:rPr lang="en-US" sz="2800" dirty="0" err="1" smtClean="0"/>
              <a:t>Ohangaron</a:t>
            </a:r>
            <a:r>
              <a:rPr lang="en-US" sz="2800" dirty="0" smtClean="0"/>
              <a:t> </a:t>
            </a:r>
            <a:r>
              <a:rPr lang="en-US" sz="2800" dirty="0" err="1" smtClean="0"/>
              <a:t>tumani</a:t>
            </a:r>
            <a:r>
              <a:rPr lang="en-US" sz="2800" dirty="0" smtClean="0"/>
              <a:t>, “</a:t>
            </a:r>
            <a:r>
              <a:rPr lang="en-US" sz="2800" dirty="0" err="1" smtClean="0"/>
              <a:t>Ko’ksaroy</a:t>
            </a:r>
            <a:r>
              <a:rPr lang="en-US" sz="2800" dirty="0" smtClean="0"/>
              <a:t>” MFY </a:t>
            </a:r>
            <a:endParaRPr lang="ru-RU" sz="2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48" y="1832165"/>
            <a:ext cx="10184235" cy="4007155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 flipV="1">
            <a:off x="4211273" y="3775046"/>
            <a:ext cx="1006679" cy="50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4917" y="2992832"/>
            <a:ext cx="1787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526 </a:t>
            </a:r>
            <a:r>
              <a:rPr lang="en-US" dirty="0" err="1" smtClean="0"/>
              <a:t>honadon</a:t>
            </a:r>
            <a:endParaRPr lang="en-US" dirty="0" smtClean="0"/>
          </a:p>
          <a:p>
            <a:r>
              <a:rPr lang="en-US" dirty="0" smtClean="0"/>
              <a:t>3030 respondent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410436" y="4060587"/>
            <a:ext cx="1834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 </a:t>
            </a:r>
            <a:r>
              <a:rPr lang="en-US" dirty="0" err="1" smtClean="0"/>
              <a:t>joydan</a:t>
            </a:r>
            <a:r>
              <a:rPr lang="en-US" dirty="0" smtClean="0"/>
              <a:t> </a:t>
            </a:r>
            <a:r>
              <a:rPr lang="en-US" dirty="0" err="1" smtClean="0"/>
              <a:t>urganlar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691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08" y="1885734"/>
            <a:ext cx="10812384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806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</Words>
  <Application>Microsoft Office PowerPoint</Application>
  <PresentationFormat>Широкоэкранный</PresentationFormat>
  <Paragraphs>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Toshkent viloyati, Ohangaron tumani, “Ko’ksaroy” MFY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Toshkent viloyati, Ohangaron tumani, “Ko’ksaroy” MFY </dc:title>
  <dc:creator>Холдаров А. M.</dc:creator>
  <cp:lastModifiedBy>Холдаров А. M.</cp:lastModifiedBy>
  <cp:revision>3</cp:revision>
  <dcterms:created xsi:type="dcterms:W3CDTF">2025-12-04T05:25:18Z</dcterms:created>
  <dcterms:modified xsi:type="dcterms:W3CDTF">2025-12-04T05:55:38Z</dcterms:modified>
</cp:coreProperties>
</file>