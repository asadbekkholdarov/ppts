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13227-2265-4430-B5BB-84BEFCA1B57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31E0-07F2-4042-A704-E529B8D5D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964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13227-2265-4430-B5BB-84BEFCA1B57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31E0-07F2-4042-A704-E529B8D5D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915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13227-2265-4430-B5BB-84BEFCA1B57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31E0-07F2-4042-A704-E529B8D5D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505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13227-2265-4430-B5BB-84BEFCA1B57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31E0-07F2-4042-A704-E529B8D5D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017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13227-2265-4430-B5BB-84BEFCA1B57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31E0-07F2-4042-A704-E529B8D5D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652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13227-2265-4430-B5BB-84BEFCA1B57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31E0-07F2-4042-A704-E529B8D5D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80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13227-2265-4430-B5BB-84BEFCA1B57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31E0-07F2-4042-A704-E529B8D5D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65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13227-2265-4430-B5BB-84BEFCA1B57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31E0-07F2-4042-A704-E529B8D5D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421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13227-2265-4430-B5BB-84BEFCA1B57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31E0-07F2-4042-A704-E529B8D5D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78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13227-2265-4430-B5BB-84BEFCA1B57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31E0-07F2-4042-A704-E529B8D5D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65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13227-2265-4430-B5BB-84BEFCA1B57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31E0-07F2-4042-A704-E529B8D5D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938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3227-2265-4430-B5BB-84BEFCA1B57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731E0-07F2-4042-A704-E529B8D5D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58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48499" y="268448"/>
            <a:ext cx="9144000" cy="620786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Toshkent </a:t>
            </a:r>
            <a:r>
              <a:rPr lang="en-US" sz="2800" dirty="0" err="1" smtClean="0"/>
              <a:t>viloyati</a:t>
            </a:r>
            <a:r>
              <a:rPr lang="en-US" sz="2800" dirty="0" smtClean="0"/>
              <a:t>, </a:t>
            </a:r>
            <a:r>
              <a:rPr lang="en-US" sz="2800" dirty="0" err="1" smtClean="0"/>
              <a:t>Angren</a:t>
            </a:r>
            <a:r>
              <a:rPr lang="en-US" sz="2800" dirty="0"/>
              <a:t> </a:t>
            </a:r>
            <a:r>
              <a:rPr lang="en-US" sz="2800" dirty="0" err="1" smtClean="0"/>
              <a:t>shahar</a:t>
            </a:r>
            <a:r>
              <a:rPr lang="en-US" sz="2800" dirty="0" smtClean="0"/>
              <a:t>, </a:t>
            </a:r>
            <a:r>
              <a:rPr lang="en-US" sz="2800" dirty="0" err="1" smtClean="0"/>
              <a:t>Lashkerak</a:t>
            </a:r>
            <a:r>
              <a:rPr lang="en-US" sz="2800" dirty="0" smtClean="0"/>
              <a:t> </a:t>
            </a:r>
            <a:r>
              <a:rPr lang="en-US" sz="2800" dirty="0" err="1" smtClean="0"/>
              <a:t>Mfy</a:t>
            </a:r>
            <a:endParaRPr lang="ru-RU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946" y="1384184"/>
            <a:ext cx="8688012" cy="3691156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V="1">
            <a:off x="4144162" y="3598878"/>
            <a:ext cx="813732" cy="562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72749" y="4362275"/>
            <a:ext cx="1787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401 </a:t>
            </a:r>
            <a:r>
              <a:rPr lang="en-US" dirty="0" err="1" smtClean="0"/>
              <a:t>xonadon</a:t>
            </a:r>
            <a:endParaRPr lang="en-US" dirty="0" smtClean="0"/>
          </a:p>
          <a:p>
            <a:r>
              <a:rPr lang="en-US" dirty="0" smtClean="0"/>
              <a:t>2209 respondent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0490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34" y="1880971"/>
            <a:ext cx="10793331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156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Широкоэкранный</PresentationFormat>
  <Paragraphs>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Toshkent viloyati, Angren shahar, Lashkerak Mfy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Toshkent viloyati, Angren shahar, Lashkerak Mfy</dc:title>
  <dc:creator>Холдаров А. M.</dc:creator>
  <cp:lastModifiedBy>Холдаров А. M.</cp:lastModifiedBy>
  <cp:revision>1</cp:revision>
  <dcterms:created xsi:type="dcterms:W3CDTF">2025-12-04T05:51:13Z</dcterms:created>
  <dcterms:modified xsi:type="dcterms:W3CDTF">2025-12-04T05:51:17Z</dcterms:modified>
</cp:coreProperties>
</file>